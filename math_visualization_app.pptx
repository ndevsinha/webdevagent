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Math Visualization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Autonomous WebDev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Application Overview &amp; Theme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>
                <a:solidFill>
                  <a:srgbClr val="FFFFFF"/>
                </a:solidFill>
              </a:defRPr>
            </a:pPr>
            <a:r>
              <a:t>This platform allows users to create, explore, and interact with complex mathematical visualizations.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Visual Identity: Clean white background to ensure maximum clarity.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Typography: High-contrast black text for optimal readability.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Theme: Striking red accents used for graphs, buttons, and important highlights.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>
                <a:solidFill>
                  <a:srgbClr val="FFFFFF"/>
                </a:solidFill>
              </a:defRPr>
            </a:pPr>
            <a:r>
              <a:t>React.js: Provides the interactive user interface where users input formulas.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Django (Python): Acts as the math engine, safely parsing and computing data points.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D3.js: The visualization powerhouse that draws the math graphics on the screen.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System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>
                <a:solidFill>
                  <a:srgbClr val="FFFFFF"/>
                </a:solidFill>
              </a:defRPr>
            </a:pPr>
            <a:r>
              <a:t>[ Step 1 ] USER INPUT -&gt; React UI captures the mathematical equation (e.g., y = x^2).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[ Step 2 ] API CALL -&gt; React sends the equation via a RESTful POST request to Django.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[ Step 3 ] COMPUTATION -&gt; Django validates the math and calculates an array of (x, y) coordinates.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[ Step 4 ] RESPONSE -&gt; Django sends the coordinate dataset back to React as JSON.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[ Step 5 ] VISUALIZATION -&gt; D3.js takes the JSON, scales the axes, and draws the Red SVG path on the White Canvas.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Visualization Rendering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>
                <a:solidFill>
                  <a:srgbClr val="FFFFFF"/>
                </a:solidFill>
              </a:defRPr>
            </a:pPr>
            <a:r>
              <a:t>Canvas Background: Pure white (#FFFFFF) to represent graph paper.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Data Lines &amp; Curves: Bold red (#FF0000) for all D3.js stroke colors.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Axes &amp; Labels: Solid black (#000000) to keep the layout grounded and academic.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UI Elements: Red buttons and active states to maintain the thematic consistency.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>
                <a:solidFill>
                  <a:srgbClr val="FFFFFF"/>
                </a:solidFill>
              </a:defRPr>
            </a:pPr>
            <a:r>
              <a:t>Interactive zooming and panning across the white canvas.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Real-time updates to the red graph as the user types.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Secure backend evaluation to prevent malicious code execution.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Export options: Download the generated red-and-white graph as SVG or PNG.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