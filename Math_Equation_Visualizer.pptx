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Math Equation Visualizer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WebDev Agent Premium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C0000"/>
                </a:solidFill>
              </a:defRPr>
            </a:pPr>
            <a:r>
              <a:t>Math Equation Visualizer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CC0000"/>
                </a:solidFill>
              </a:defRPr>
            </a:pPr>
            <a:r>
              <a:t>Interactive Mathematics &amp; Graphing Visualizer</a:t>
            </a:r>
          </a:p>
          <a:p>
            <a:r>
              <a:t>Bridging the gap between equations and insight.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Real-time 2D and 3D Mathematical Plotting</a:t>
            </a:r>
          </a:p>
          <a:p>
            <a:r>
              <a:t>• Dynamic support for Calculus, Algebra, &amp; Trig</a:t>
            </a:r>
          </a:p>
          <a:p>
            <a:r>
              <a:t>• Responsive, Interactive Visuals using D3.js</a:t>
            </a:r>
          </a:p>
          <a:p>
            <a:r>
              <a:t>• High-performance Backend using Python / SymPy</a:t>
            </a:r>
          </a:p>
          <a:p>
            <a:r>
              <a:t>• Secure user sessions and save states</a:t>
            </a:r>
          </a:p>
        </p:txBody>
      </p:sp>
      <p:pic>
        <p:nvPicPr>
          <p:cNvPr id="4" name="Picture 3" descr="math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CC0000"/>
                </a:solidFill>
              </a:defRPr>
            </a:pPr>
            <a:r>
              <a:t>System Architecture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React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2057400"/>
            <a:ext cx="457200" cy="4572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Django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2057400"/>
            <a:ext cx="457200" cy="4572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--&gt;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1828800" cy="9144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Math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2971800"/>
            <a:ext cx="457200" cy="4572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|</a:t>
            </a:r>
          </a:p>
          <a:p>
            <a:r>
              <a:t>v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657600"/>
            <a:ext cx="1828800" cy="914400"/>
          </a:xfrm>
          <a:prstGeom prst="rect">
            <a:avLst/>
          </a:prstGeom>
          <a:solidFill>
            <a:srgbClr val="CC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• Seamless UI scaling for desktop and mobile devices.</a:t>
            </a:r>
          </a:p>
          <a:p>
            <a:r>
              <a:t>• Advanced formula parsing and symbolic solving.</a:t>
            </a:r>
          </a:p>
          <a:p>
            <a:r>
              <a:t>• Scalable deployment on robust cloud infrastructure.</a:t>
            </a:r>
          </a:p>
          <a:p/>
          <a:p>
            <a:r>
              <a:t>Empowering education and technical fields!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