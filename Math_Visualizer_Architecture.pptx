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Math Equation Visualizer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Autonomous WebDev Agent Premium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Math Equation Visualizer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An interactive platform for graphing mathematical functions.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